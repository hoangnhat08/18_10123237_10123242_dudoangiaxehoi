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🚗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giá xe ô tô cũ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2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Hồi quy — từ EDA đến sản phẩm chạy thật, public được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90A8"/>
                </a:solidFill>
              </a:rPr>
              <a:t>Học máy cơ bản (221180) · Lớp 12523W.2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90A8"/>
                </a:solidFill>
              </a:rPr>
              <a:t>Nhóm 07 · [Họ tên MSSV1] · [Họ tên MSSV2]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8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Loại bài toán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Hồi quy — dự đoán giá xe (price), đơn vị triệu VNĐ, là biến liên tục.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8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Nguồn dữ liệu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Kaggle danh911/gi-xe — crawl từ bonbanh.com, ~27.000 tin đăng.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8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Sau làm sạch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24.723 dòng hợp lệ (bỏ thiếu, trùng theo url, ngoại lai).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402336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8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4251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Đặc trưng đầu vào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Hãng, dòng xe, kiểu dáng, năm SX, số km, xuất xứ, nhiên liệu, hộp số, số cửa, số chỗ.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—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bố giá &amp; tương quan các biến số</a:t>
            </a:r>
            <a:endParaRPr lang="en-US" sz="2800" dirty="0"/>
          </a:p>
        </p:txBody>
      </p:sp>
      <p:pic>
        <p:nvPicPr>
          <p:cNvPr id="4" name="Image 0" descr="/home/claude/project/docs/figures/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949440" cy="3099816"/>
          </a:xfrm>
          <a:prstGeom prst="rect">
            <a:avLst/>
          </a:prstGeom>
        </p:spPr>
      </p:pic>
      <p:pic>
        <p:nvPicPr>
          <p:cNvPr id="5" name="Image 1" descr="/home/claude/project/docs/figures/04_correlation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00200"/>
            <a:ext cx="3977640" cy="3529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A"/>
                </a:solidFill>
              </a:rPr>
              <a:t>Giá lệch phải mạnh → dùng log1p(price) khi huấn luyện. year tương quan dương, driven_kms tương quan âm với giá.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—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theo hãng xe &amp; quan hệ với km / năm SX</a:t>
            </a:r>
            <a:endParaRPr lang="en-US" sz="2800" dirty="0"/>
          </a:p>
        </p:txBody>
      </p:sp>
      <p:pic>
        <p:nvPicPr>
          <p:cNvPr id="4" name="Image 0" descr="/home/claude/project/docs/figures/05_price_by_br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577840" cy="2852928"/>
          </a:xfrm>
          <a:prstGeom prst="rect">
            <a:avLst/>
          </a:prstGeom>
        </p:spPr>
      </p:pic>
      <p:pic>
        <p:nvPicPr>
          <p:cNvPr id="5" name="Image 1" descr="/home/claude/project/docs/figures/07_scatter_kms_year_vs_pr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49240" cy="2441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A"/>
                </a:solidFill>
              </a:rPr>
              <a:t>brand là đặc trưng phân loại mạnh (hãng sang lệch giá cao hơn hẳn). Quan hệ km/năm với giá là phi tuyến → cân nhắc model phi tuyến.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xử lý dữ liệu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1. Parse giá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'2 Tỷ 700 Triệu' → 2700 (triệu VNĐ) bằng regex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2. Làm sạch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7627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Bỏ thiếu ở trường quan trọng, bỏ trùng theo url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3. Lọc ngoại lai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17627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km ≤ 1.000.000; giá 30tr–60 tỷ; cửa [2,6]; ghế [2,16]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4. Tách đặc trưng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221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car_name → brand + model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29184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5. Mã hoá / Chuẩn hoá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8221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OneHotEncoder (phân loại) + StandardScaler (số)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291840"/>
            <a:ext cx="3566160" cy="1417320"/>
          </a:xfrm>
          <a:prstGeom prst="roundRect">
            <a:avLst>
              <a:gd name="adj" fmla="val 4516"/>
            </a:avLst>
          </a:prstGeom>
          <a:solidFill>
            <a:srgbClr val="F4F8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6676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6690"/>
                </a:solidFill>
              </a:rPr>
              <a:t>6. Chia dữ liệu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38221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</a:rPr>
              <a:t>80/20, random_state=42, Pipeline tránh rò rỉ (fit chỉ trên train)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Huấn luyện 4 model hồi quy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4F8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2011680"/>
            <a:ext cx="22951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Linear Regression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788920"/>
            <a:ext cx="22951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566160"/>
            <a:ext cx="229514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8"/>
                </a:solidFill>
              </a:rPr>
              <a:t>Mốc so sánh 'tốt hơn ngẫu nhiên/đơn giản' là thế nào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47288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4F8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48456" y="2011680"/>
            <a:ext cx="22951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Decision Tree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2788920"/>
            <a:ext cx="22951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max_depth=12, min_samples_leaf=5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648456" y="3566160"/>
            <a:ext cx="229514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8"/>
                </a:solidFill>
              </a:rPr>
              <a:t>Model phi tuyến đơn giản, dễ giải thích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45936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4F8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47104" y="2011680"/>
            <a:ext cx="22951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Random Forest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788920"/>
            <a:ext cx="22951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n_estimators=300, max_depth=16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47104" y="3566160"/>
            <a:ext cx="229514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8"/>
                </a:solidFill>
              </a:rPr>
              <a:t>Ensemble (bagging) — giảm phương sai so với 1 cây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44584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E4F0F7"/>
          </a:solidFill>
          <a:ln w="19050">
            <a:solidFill>
              <a:srgbClr val="3A7C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45752" y="2011680"/>
            <a:ext cx="22951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SVR (RBF)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445752" y="2788920"/>
            <a:ext cx="22951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C=10, epsilon=0.05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45752" y="3566160"/>
            <a:ext cx="229514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8"/>
                </a:solidFill>
              </a:rPr>
              <a:t>Kernel — nắm bắt quan hệ phi tuyến phức tạp nhất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</a:rPr>
              <a:t>Cùng cách chia dữ liệu (80/20, random_state=42) và cùng metric (MAE, RMSE, R²) để so sánh công bằng.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metric trên tập test (20%)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394960" cy="237744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109728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MAE (triệu)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RMSE (triệu)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</a:rPr>
                        <a:t>SVR (đã chọn)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83.3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289.0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0.9772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Linear Regression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100.2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344.7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0.9676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136.1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457.5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0.9429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Decision Tree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217.1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611.6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</a:rPr>
                        <a:t>0.8980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claude/project/docs/figures/08_mode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00200"/>
            <a:ext cx="5486400" cy="2788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25196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</a:rPr>
              <a:t>SVR thấp nhất về sai số, cao nhất về R² trong cả 4 model.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</a:rPr>
              <a:t>Không dùng MAPE vì giá xe rẻ có thể gần 0 → sai lệch. Metric hồi quy dùng: MAE, RMSE, R².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được chọn: SVR</a:t>
            </a:r>
            <a:endParaRPr lang="en-US" sz="2800" dirty="0"/>
          </a:p>
        </p:txBody>
      </p:sp>
      <p:pic>
        <p:nvPicPr>
          <p:cNvPr id="4" name="Image 0" descr="/home/claude/project/docs/figures/09_residu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943600" cy="26243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66560" y="16916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7CA5"/>
                </a:solidFill>
              </a:rPr>
              <a:t>●  </a:t>
            </a:r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</a:rPr>
              <a:t>Độ chính xác tốt nhất: MAE/RMSE thấp nhất, R² cao nhất trên tập test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25603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7CA5"/>
                </a:solidFill>
              </a:rPr>
              <a:t>●  </a:t>
            </a:r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</a:rPr>
              <a:t>Ổn định: chênh lệch train/test nhỏ, không overfit nghiêm trọng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34290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7CA5"/>
                </a:solidFill>
              </a:rPr>
              <a:t>●  </a:t>
            </a:r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</a:rPr>
              <a:t>Kích thước file rất nhỏ: 0.18 MB (nén) — so với 81.7 MB của Random Forest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2976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7CA5"/>
                </a:solidFill>
              </a:rPr>
              <a:t>●  </a:t>
            </a:r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</a:rPr>
              <a:t>Thời gian dự đoán ~0.3 ms/dòng — đủ nhanh cho 1 request thời gian thực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5 — SẢN PHẨM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5A6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6334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Người dùng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948940" y="2743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CA5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337560" y="2377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F4F8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37560" y="26334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Frontend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30906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· :3000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737860" y="2743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CA5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26480" y="2377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F4F8F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26334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Backend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906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 · :8000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6780" y="2743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CA5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915400" y="2377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4F0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15400" y="26334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690"/>
                </a:solidFill>
              </a:rPr>
              <a:t>AI Service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30906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 · :8001 · model.joblib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A"/>
                </a:solidFill>
              </a:rPr>
              <a:t>Mỗi khối chạy trong một Docker container riêng, kết nối qua tên service trong docker-compose.yml (không dùng localhost/IP cứng).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Luồng 1 request:  FE gửi POST /api/predict (kèm X-Request-ID)  →  BE validate theo schema.json  →  BE gọi POST /predict tới AI Service  →  AI Service load pipeline.transform + model.predict  →  trả kết quả ngược lại FE, BE lưu lịch sử.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5 — SẢN PHẨM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khả năng quan sát (log)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A7CA5"/>
                </a:solidFill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docker compose up --build — chạy cả hệ thống bằng một lệnh, trên máy sạch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A7CA5"/>
                </a:solidFill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Model nạp ngay khi container AI Service khởi động (không đợi request đầu tiên)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A7CA5"/>
                </a:solidFill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Trạng thái port: docker compose ps + GET /health mỗi service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8056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A7CA5"/>
                </a:solidFill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Container kết nối qua tên service trong docker-compose.yml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1B2A3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201168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INFO frontend  req=7f3a click Dự đoán -&gt; POST /api/predict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INFO backend   req=7f3a validate OK -&gt; gọi ai-service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INFO ai-service req=7f3a predict class_1 in 12ms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INFO backend   req=7f3a 200 OK total 84ms, saved history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5486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A"/>
                </a:solidFill>
              </a:rPr>
              <a:t>Mỗi service log có request_id để lần theo 1 request qua cả 3 tầng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7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5 — SẢN PHẨM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 &amp; Demo trực tiếp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4F8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5623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690"/>
                </a:solidFill>
              </a:rPr>
              <a:t>Địa chỉ App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85623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[điền link deploy/tunnel]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4F8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077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690"/>
                </a:solidFill>
              </a:rPr>
              <a:t>Địa chỉ AI Service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90779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[điền link] · GET /health, /model-info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4F8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95935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690"/>
                </a:solidFill>
              </a:rPr>
              <a:t>Cách public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95935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Deploy cloud (Render/Vercel) hoặc tunnel/ngrok trên máy cá nhân / Colab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4F8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01091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690"/>
                </a:solidFill>
              </a:rPr>
              <a:t>Cập nhật địa chỉ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501091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38"/>
                </a:solidFill>
              </a:rPr>
              <a:t>Đọc từ .env; đổi cổng/tunnel → ghi log + cập nhật README mỗi sáng thứ Hai (nếu không có IP tĩnh)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Kết luận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C3D7"/>
                </a:solidFill>
              </a:rPr>
              <a:t>▸  </a:t>
            </a:r>
            <a:pPr indent="0" marL="0">
              <a:buNone/>
            </a:pPr>
            <a:r>
              <a:rPr lang="en-US" sz="1600" dirty="0">
                <a:solidFill>
                  <a:srgbClr val="E8F1F7"/>
                </a:solidFill>
              </a:rPr>
              <a:t>Pipeline đầy đủ: Kaggle → EDA (7 hình) → xử lý dữ liệu → 4 model → SVR được chọn (R²=0.977)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974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C3D7"/>
                </a:solidFill>
              </a:rPr>
              <a:t>▸  </a:t>
            </a:r>
            <a:pPr indent="0" marL="0">
              <a:buNone/>
            </a:pPr>
            <a:r>
              <a:rPr lang="en-US" sz="1600" dirty="0">
                <a:solidFill>
                  <a:srgbClr val="E8F1F7"/>
                </a:solidFill>
              </a:rPr>
              <a:t>Đóng gói pipeline+model thành 1 file (model.joblib, 0.18MB), kèm schema.json/metadata.json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C3D7"/>
                </a:solidFill>
              </a:rPr>
              <a:t>▸  </a:t>
            </a:r>
            <a:pPr indent="0" marL="0">
              <a:buNone/>
            </a:pPr>
            <a:r>
              <a:rPr lang="en-US" sz="1600" dirty="0">
                <a:solidFill>
                  <a:srgbClr val="E8F1F7"/>
                </a:solidFill>
              </a:rPr>
              <a:t>3 service Docker (AI Service, Backend, Frontend) kết nối qua docker-compose, log theo request_id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7091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2D8"/>
                </a:solidFill>
              </a:rPr>
              <a:t>Hạn chế: dữ liệu là giá rao (không phải giá giao dịch thực); lịch sử dự đoán hiện lưu trong bộ nhớ.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0A8"/>
                </a:solidFill>
              </a:rPr>
              <a:t>Cảm ơn thầy/cô đã lắng nghe — mời hỏi đáp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2026-09-25T06:19:39Z</dcterms:created>
  <dcterms:modified xsi:type="dcterms:W3CDTF">2026-09-25T06:19:39Z</dcterms:modified>
</cp:coreProperties>
</file>